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Calibri"/>
              </a:rPr>
              <a:t>COMPASS at CVPR 2027: where we 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Target: CVPR 2027, submission deadline 16 November 2026. Roughly ten weeks.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The question we set out to answer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No component of our system is individually novel. Can it still be a strong methods paper?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The short answer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E6B2E"/>
                </a:solidFill>
                <a:latin typeface="Calibri"/>
              </a:rPr>
              <a:t>Yes. CVPR's own acceptance criteria support it more explicitly than expected.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8B1A1A"/>
                </a:solidFill>
                <a:latin typeface="Calibri"/>
              </a:rPr>
              <a:t>But the threat is not rejection, and it is not scope. It is the new Findings Track.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What is already true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We beat every method in an 18-method benchmark: 8.65 dB against RadioUNet's 9.93,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with non-overlapping confidence intervals and p = 2.5e-52.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The entire margin comes from one input channel costing 432 parameters.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Calibri"/>
              </a:rPr>
              <a:t>CVPR's own rules are on our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From the Area Chair Guides, the criteria ACs are instructed to apply:</a:t>
            </a:r>
          </a:p>
          <a:p>
            <a:pPr lvl="1"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>Poster: "incremental steps that expand the sum of the community's knowledge</a:t>
            </a:r>
          </a:p>
          <a:p>
            <a:pPr lvl="1"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>or add bricks to the cathedral of knowledge; papers introducing useful tools."</a:t>
            </a:r>
          </a:p>
          <a:p>
            <a:pPr lvl="1"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>Reject: "unlikely to be significant or already known."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Two observations that matter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E6B2E"/>
                </a:solidFill>
                <a:latin typeface="Calibri"/>
              </a:rPr>
              <a:t>Novelty does not appear in the poster criterion at all.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The reject criterion has two prongs. Our 13% with non-overlapping intervals kills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"unlikely to be significant" outright. Everything rests on killing "already known".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8A5A00"/>
                </a:solidFill>
                <a:latin typeface="Calibri"/>
              </a:rPr>
              <a:t>The question is not whether our components are known. They are.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8A5A00"/>
                </a:solidFill>
                <a:latin typeface="Calibri"/>
              </a:rPr>
              <a:t>It is whether the result was known. It was not, or someone would have reported it.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CVPR even trains reviewers against this: "Novelty Fallacy" is one of six named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reviewing errors in the official Reviewer Training Material.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Calibri"/>
              </a:rPr>
              <a:t>Scope is not a problem. I was wrong about this.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Radio propagation and occlusion reasoning are live CVPR topics. Recently accepted: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CVPR 2026: X-band Radar Non-Line-of-Sight Imaging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CVPR 2026: Wave-Former, Through-Occlusion 3D Reconstruction via Wireless Shape Completion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CVPR 2026: Seeing through boxes, Non-Line-of-Sight 3D Reconstruction from Radar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CVPR 2025: Radio Frequency Ray Tracing with Neural Object Representation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The most useful precedent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CVPR 2026 accepted Proxy-GS: Unified Occlusion Priors, framed as</a:t>
            </a:r>
          </a:p>
          <a:p>
            <a:pPr lvl="1"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"our analysis reveals significant redundancy due to the lack of occlusion awareness."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E6B2E"/>
                </a:solidFill>
                <a:latin typeface="Calibri"/>
              </a:rPr>
              <a:t>That is structurally our move, accepted this year.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Calibri"/>
              </a:rPr>
              <a:t>The real risk: the Findings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CVPR 2026 introduced it. From the Author Guidelines:</a:t>
            </a:r>
          </a:p>
          <a:p>
            <a:pPr lvl="1">
              <a:spcAft>
                <a:spcPts val="7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"a venue for technically sound papers with solid experimental validation,</a:t>
            </a:r>
          </a:p>
          <a:p>
            <a:pPr lvl="1">
              <a:spcAft>
                <a:spcPts val="7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even if their novelty is more incremental."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And the instruction Area Chairs actually receive:</a:t>
            </a:r>
          </a:p>
          <a:p>
            <a:pPr lvl="1">
              <a:spcAft>
                <a:spcPts val="7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"papers that reviewers viewed as having incremental novelty but solid experimentation."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8B1A1A"/>
                </a:solidFill>
                <a:latin typeface="Calibri"/>
              </a:rPr>
              <a:t>That last line is a verbatim description of this paper.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Scale: 1,717 papers, about 10.7% of all submissions, were routed there in 2026.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Findings papers do not appear in the main proceedings.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8A5A00"/>
                </a:solidFill>
                <a:latin typeface="Calibri"/>
              </a:rPr>
              <a:t>So the bar has moved. "Sound plus SOTA plus incremental" is no longer a coin flip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8A5A00"/>
                </a:solidFill>
                <a:latin typeface="Calibri"/>
              </a:rPr>
              <a:t>between accept and reject. There is now a third destination, and our job is to land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8A5A00"/>
                </a:solidFill>
                <a:latin typeface="Calibri"/>
              </a:rPr>
              <a:t>above that line, not merely above the reject 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Calibri"/>
              </a:rPr>
              <a:t>What "occlusion x cascade" means, part 1: the two ingredients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Our system has two things bolted together. Neither is ours.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Ingredient A: the occlusion channel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For every pixel, compute what fraction of the straight line back to the transmitter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passes through buildings. One extra input channel. Costs 432 parameters.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It tells the network "this pixel is in a radio shadow, and this deep."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Ingredient B: the cascade, also called a WNet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Two U-Nets in series. The first makes a coarse map, the second refines it,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taking the first one's output as an extra input. U plus U makes a W.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8B1A1A"/>
                </a:solidFill>
                <a:latin typeface="Calibri"/>
              </a:rPr>
              <a:t>This is RadioUNet's own architecture, named by RadioUNet's own authors.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The question</a:t>
            </a:r>
          </a:p>
          <a:p>
            <a:pPr lvl="1"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>Each helps on its own. What happens when you use both together?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Calibri"/>
              </a:rPr>
              <a:t>Part 2: the arithmetic, and why it decides the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Free-unobserved validation RMSE in dB. Lower is better. Same data, same budget.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                                   no occlusion        with occlusion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   single U-Net                       10.906              RUNNING NOW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   cascade (WNet)                      9.498                  8.264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Read off the two known gains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Cascade alone buys 10.906 - 9.498 = 1.408 dB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Both together buy 10.906 - 8.264 = 2.642 dB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So if the two were perfectly independent, occlusion alone should buy</a:t>
            </a:r>
          </a:p>
          <a:p>
            <a:pPr lvl="1"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>2.642 - 1.408 = 1.234 dB. That is the threshold the running job will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Calibri"/>
              </a:rPr>
              <a:t>Part 3: three possible outcomes, and what each one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8A5A00"/>
                </a:solidFill>
                <a:latin typeface="Calibri"/>
              </a:rPr>
              <a:t>If occlusion alone buys about 1.234 dB  -&gt;  ADDITIVE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The two do independent jobs. Our paper is "we added two known things and got 13%".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8B1A1A"/>
                </a:solidFill>
                <a:latin typeface="Calibri"/>
              </a:rPr>
              <a:t>That is the Findings Track description. Weakest outcome.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E6B2E"/>
                </a:solidFill>
                <a:latin typeface="Calibri"/>
              </a:rPr>
              <a:t>If it buys clearly LESS than 1.234 dB  -&gt;  SUPERADDITIVE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The two amplify each other: the cascade can only exploit geometry once geometry is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supplied. Two components studied separately for years interact, and nobody measured it.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E6B2E"/>
                </a:solidFill>
                <a:latin typeface="Calibri"/>
              </a:rPr>
              <a:t>Strongest outcome. This is a methods paper.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E6B2E"/>
                </a:solidFill>
                <a:latin typeface="Calibri"/>
              </a:rPr>
              <a:t>If it buys clearly MORE than 1.234 dB  -&gt;  SUBADDITIVE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They overlap. The second U-Net was already inferring geometry implicitly, and we can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hand it that geometry for 432 parameters. Also a real finding, and arguably a better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story: "the cascade is partly a geometry estimator in disguise."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8A5A00"/>
                </a:solidFill>
                <a:latin typeface="Calibri"/>
              </a:rPr>
              <a:t>Honest expectation: a 40-epoch pilot suggests SUBADDITIVE. Either way we have a finding.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Calibri"/>
              </a:rPr>
              <a:t>The two jobs now running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Job 10308: the missing cell of the 2x2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Single U-Net with occlusion, 150 epochs, matched exactly to the other three cells: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same maps, same seed, same width 48, same depth 4, same learning rate.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Answers the additive / superadditive / subadditive question above.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Job 10309: transmitter-free occlusion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Same WNet, but the occlusion rays are cast from the measurements instead of the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transmitter. Tests whether our novelty claim survives contact with the data.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Status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Both queued on the cluster behind another project's jobs. 67 tests pass. Code pushed.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Calibri"/>
              </a:rPr>
              <a:t>The novelty claim: transmitter-free occlusion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What the literature search found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8B1A1A"/>
                </a:solidFill>
                <a:latin typeface="Calibri"/>
              </a:rPr>
              <a:t>Occlusion conditioning for sparse radio maps is occupied. Four MLSP 2025 teams used it,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8B1A1A"/>
                </a:solidFill>
                <a:latin typeface="Calibri"/>
              </a:rPr>
              <a:t>and a March 2026 survey has a section literally titled "Geometric Occlusion Features".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8B1A1A"/>
                </a:solidFill>
                <a:latin typeface="Calibri"/>
              </a:rPr>
              <a:t>TGPP, May 2026, shares our dataset, our A* trajectory sampler and our occlusion term.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But there is one clean hole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E6B2E"/>
                </a:solidFill>
                <a:latin typeface="Calibri"/>
              </a:rPr>
              <a:t>Nobody has done transmitter-free occlusion. Zero papers. And there is a structural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E6B2E"/>
                </a:solidFill>
                <a:latin typeface="Calibri"/>
              </a:rPr>
              <a:t>reason: every occlusion feature in this field casts rays from the transmitter,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E6B2E"/>
                </a:solidFill>
                <a:latin typeface="Calibri"/>
              </a:rPr>
              <a:t>so the feature is simply undefined when you do not know where the transmitter is.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Our fix</a:t>
            </a:r>
          </a:p>
          <a:p>
            <a:pPr lvl="1"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>Cast the rays from the measurements instead. For each pixel, take the least obstructed</a:t>
            </a:r>
          </a:p>
          <a:p>
            <a:pPr lvl="1"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>sightline from anything we actually measured. Defined whenever there is one observation.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Calibri"/>
              </a:rPr>
              <a:t>Why this claim is ours and nobody else's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The motivation comes from our data, and only we have it</a:t>
            </a:r>
          </a:p>
          <a:p>
            <a:pPr lvl="1">
              <a:spcAft>
                <a:spcPts val="700"/>
              </a:spcAft>
            </a:pPr>
            <a:r>
              <a:rPr sz="1700" b="1">
                <a:solidFill>
                  <a:srgbClr val="8B1A1A"/>
                </a:solidFill>
                <a:latin typeface="Calibri"/>
              </a:rPr>
              <a:t>In our real corpus, only 17.9% of cells yield a locatable transmitter.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The other 82% are boosters and distributed antennas sharing cell identifiers.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What that means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On 82% of real deployments, transmitter-anchored occlusion is not merely unavailable.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It is uncomputable. Every competing method above is inapplicable there.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All three 2026 competitors are synthetic: RadioMapSeer or ray-traced.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E6B2E"/>
                </a:solidFill>
                <a:latin typeface="Calibri"/>
              </a:rPr>
              <a:t>None of them could have noticed this, because none of them has real data.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Verified correct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On a synthetic wall scene: 0.0000 on the measurement side, 0.039 behind the wall,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exactly 0.0 with no wall present.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Calibri"/>
              </a:rPr>
              <a:t>The dataset: what we actually have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UniCellular, collected across four buildings with six to seven phones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   Site                Floors   Phones   Transmitters   Stationary rows   Mobile rows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   CMU-Q                    3        7             57         2,174,421       729,207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   EC Parking               3        6             41           628,732       328,787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   Ezdan Tower 1           30        6             64           531,863       210,248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   Ezdan Tower 4           25        6             42           395,103        66,369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   Total                   61                     204         3,730,119     1,334,611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Per sample we record: phone identity, reference point, scan number, timestamp,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cell identifier, signal strength, coordinates and floor, plus floor plans at 3.2 cm/pixel.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E6B2E"/>
                </a:solidFill>
                <a:latin typeface="Calibri"/>
              </a:rPr>
              <a:t>This is real indoor cellular measurement at a scale nobody else in this literature has.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Calibri"/>
              </a:rPr>
              <a:t>The dataset: the one defect that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Five million rows, and yet only 76 usable cells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8B1A1A"/>
                </a:solidFill>
                <a:latin typeface="Calibri"/>
              </a:rPr>
              <a:t>Ezdan Towers 1 and 4 hold 927,000 rows across 55 floors and yield ZERO usable cells,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8B1A1A"/>
                </a:solidFill>
                <a:latin typeface="Calibri"/>
              </a:rPr>
              <a:t>because each floor has only 2 to 5 reference points and a cell needs at least 8.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Every real number we report comes from CMU-Q (43 cells) and EC Parking (33).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The deeper problem is the evaluation protocol, not the size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Reference points sit 3.8 to 4.1 metres apart. We evaluate by holding out one point and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predicting it from its neighbours. That only ever asks a method to interpolate between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nearby samples of the same process, which is exactly where a tuned interpolator is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near optimal by construction.</a:t>
            </a:r>
          </a:p>
          <a:p>
            <a:pPr lvl="1">
              <a:spcAft>
                <a:spcPts val="7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Extrapolating into unmeasured regions and reasoning behind walls, which is what our</a:t>
            </a:r>
          </a:p>
          <a:p>
            <a:pPr lvl="1">
              <a:spcAft>
                <a:spcPts val="7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method is for, are invisible to that protocol. That is why classical wins on real data.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Proof it is degenerate: the 0 m and 1 m exclusion buffers give byte-identical results.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Calibri"/>
              </a:rPr>
              <a:t>The dataset: what we collect, and it is small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One densely surveyed floor. CMU-Q floor 2.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It has the most transmitters (35), the widest device spread (13.5 dB), six shared phones,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a valid floor plan and 600 scans per point.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   Grid pitch      Points     Versus today     Assessment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   3.8 m (today)       84             1x       cannot support block hold-out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   2.0 m              175           2.1x       minimum viable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E6B2E"/>
                </a:solidFill>
                <a:latin typeface="Calibri"/>
              </a:rPr>
              <a:t>   1.5 m              310           3.7x       recommended, about two days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   1.0 m              700           8.3x       ideal, three to four days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Plus, in priority order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Survey the actual antenna positions, which makes the geometry claim testable on real data.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Walk routes through marked points so trajectories have recoverable position.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Log inertial sensors at 50 Hz, which no radio-map dataset currently carries.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Calibri"/>
              </a:rPr>
              <a:t>Why the dense floor changes the result, not just the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With a dense field we can hold out contiguous regions instead of scattered points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Mask a six-metre block. Mask a whole room. Mask everything beyond a given wall.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What that does to each method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An interpolator has nothing to interpolate from inside the mask, so it degrades to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distance-weighted smoothing.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E6B2E"/>
                </a:solidFill>
                <a:latin typeface="Calibri"/>
              </a:rPr>
              <a:t>A geometry-conditioned model can still reason about what the wall does.</a:t>
            </a:r>
          </a:p>
          <a:p>
            <a:pPr lvl="1">
              <a:spcAft>
                <a:spcPts val="700"/>
              </a:spcAft>
            </a:pPr>
            <a:r>
              <a:rPr sz="1500" b="1">
                <a:solidFill>
                  <a:srgbClr val="1E6B2E"/>
                </a:solidFill>
                <a:latin typeface="Calibri"/>
              </a:rPr>
              <a:t>That is the comparison our method was built for, and the one the current protocol</a:t>
            </a:r>
          </a:p>
          <a:p>
            <a:pPr lvl="1">
              <a:spcAft>
                <a:spcPts val="700"/>
              </a:spcAft>
            </a:pPr>
            <a:r>
              <a:rPr sz="1500" b="1">
                <a:solidFill>
                  <a:srgbClr val="1E6B2E"/>
                </a:solidFill>
                <a:latin typeface="Calibri"/>
              </a:rPr>
              <a:t>cannot express.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8A5A00"/>
                </a:solidFill>
                <a:latin typeface="Calibri"/>
              </a:rPr>
              <a:t>It also makes the occlusion channel computable on real data for the first time,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8A5A00"/>
                </a:solidFill>
                <a:latin typeface="Calibri"/>
              </a:rPr>
              <a:t>provided the transmitter survey happens alongside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Calibri"/>
              </a:rPr>
              <a:t>The real-world contribution we are making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Every competitor in this space is synthetic. All three 2026 papers use ray-traced data.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What we contribute that they cannot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E6B2E"/>
                </a:solidFill>
                <a:latin typeface="Calibri"/>
              </a:rPr>
              <a:t>A real, multi-site, multi-device, indoor crowdsensed benchmark, publicly released.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E6B2E"/>
                </a:solidFill>
                <a:latin typeface="Calibri"/>
              </a:rPr>
              <a:t>The finding that the simulation ranking does not survive transfer to reality.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E6B2E"/>
                </a:solidFill>
                <a:latin typeface="Calibri"/>
              </a:rPr>
              <a:t>The finding that only 18% of real cells have a locatable transmitter, which invalidates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E6B2E"/>
                </a:solidFill>
                <a:latin typeface="Calibri"/>
              </a:rPr>
              <a:t>the input assumption of essentially every published method.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E6B2E"/>
                </a:solidFill>
                <a:latin typeface="Calibri"/>
              </a:rPr>
              <a:t>Detection heterogeneity: phones disagree about which cells they can even hear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E6B2E"/>
                </a:solidFill>
                <a:latin typeface="Calibri"/>
              </a:rPr>
              <a:t>(cross-device overlap of 0.30), and that, not signal offset, is what breaks transfer.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Why this matters beyond our paper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8A5A00"/>
                </a:solidFill>
                <a:latin typeface="Calibri"/>
              </a:rPr>
              <a:t>The field is optimising against a benchmark whose sampling, transmitter knowledge and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8A5A00"/>
                </a:solidFill>
                <a:latin typeface="Calibri"/>
              </a:rPr>
              <a:t>device model all differ from deployment. We can be the group that measures the gap.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Calibri"/>
              </a:rPr>
              <a:t>The paper we write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Working title, in a register CVPR currently accepts</a:t>
            </a:r>
          </a:p>
          <a:p>
            <a:pPr lvl="1"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Calibri"/>
              </a:rPr>
              <a:t>What Actually Closes the Non-Line-of-Sight Gap in Radio Map Reconstruction?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CVPR 2026 alone had 44 "Rethinking" and 21 "Revisiting" titles.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Structure, following the ConvNeXt template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1. Open with a wrong belief, not with our system.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2. Volunteer our own non-novelty in the introduction, before a reviewer can weaponise it.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3. Make the decomposition the headline. The 13% goes in the abstract; the attribution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    of the 13% is the contribution.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4. Pre-empt "is it just more capacity?" Our 432-parameter result does most of this.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5. Deliver a mechanism with a verification experiment, in the SimSiam pattern.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6. Real-data transfer test that nobody else can run.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E6B2E"/>
                </a:solidFill>
                <a:latin typeface="Calibri"/>
              </a:rPr>
              <a:t>Realistic target: poster. That matches CVPR's own stated criterion and is a good outcome.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Calibri"/>
              </a:rPr>
              <a:t>What happens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Running now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The 2x2 interaction experiment and the transmitter-free occlusion run.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Between them they decide whether this is a methods paper or a Findings paper.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Needs a decision from you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Which floor gets the dense survey, and who can commit two days to it.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Whether we keep the name COMPASS, which is heavily overloaded in machine learning.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Known issues to fix before writing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8B1A1A"/>
                </a:solidFill>
                <a:latin typeface="Calibri"/>
              </a:rPr>
              <a:t>One experiment was scored with an untrained model and must be re-run or dropped.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8B1A1A"/>
                </a:solidFill>
                <a:latin typeface="Calibri"/>
              </a:rPr>
              <a:t>A results key is labelled RMSE but holds a different metric, in three files.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8B1A1A"/>
                </a:solidFill>
                <a:latin typeface="Calibri"/>
              </a:rPr>
              <a:t>The same checkpoint is reported under four different evaluation protocols.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Calibri"/>
              </a:rPr>
              <a:t>Ten weeks to the deadline.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